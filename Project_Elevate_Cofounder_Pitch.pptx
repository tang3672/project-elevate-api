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Elevate: The Intelligence Terminal for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Partnership &amp; Co-Founder Roadmap</a:t>
            </a:r>
          </a:p>
          <a:p/>
          <a:p>
            <a:r>
              <a:t>Isaac Wang, Technical Founder</a:t>
            </a:r>
          </a:p>
          <a:p>
            <a:r>
              <a:t>[Candidate Name], Prospective Business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$2 Billion Commercialization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Bottleneck: Brilliant healthcare innovations fail because researchers lack clear market and regulatory data.</a:t>
            </a:r>
          </a:p>
          <a:p>
            <a:pPr/>
            <a:r>
              <a:t>The Fragmentation: There are over 46,733 federal health signals across the FDA, CDC, CMS, and Census—but they are siloed and inaccessible.</a:t>
            </a:r>
          </a:p>
          <a:p>
            <a:pPr/>
            <a:r>
              <a:t>Our Solution: We’ve built an intelligence engine that synthesizes this data into a 45-second, fully validated strategic brief.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Unfair Advantage From Day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Infrastructure: The MVP is fully built using a robust full-stack and PostgreSQL architecture.</a:t>
            </a:r>
          </a:p>
          <a:p>
            <a:pPr/>
            <a:r>
              <a:t>The Data Lake: We currently have 46,733 normalized federal demand signals embedded and indexed for semantic search.</a:t>
            </a:r>
          </a:p>
          <a:p>
            <a:pPr/>
            <a:r>
              <a:t>Multi-Agent Validation: We use a LangGraph 5-node pipeline where an independent AI 'Critic' audits math and regulatory claims to ensure absolute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Potential &amp; Exit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Market: $4.2B global market for healthcare R&amp;D intelligence and regulatory advisory.</a:t>
            </a:r>
          </a:p>
          <a:p>
            <a:pPr/>
            <a:r>
              <a:t>Target Customers: 6,200+ federally funded researchers, 300+ University Tech Transfer Offices (TTOs), and mid-sized biotech BD teams.</a:t>
            </a:r>
          </a:p>
          <a:p>
            <a:pPr/>
            <a:r>
              <a:t>Market Comparables: B2B healthcare intelligence platforms (like Citeline or IQVIA subsidiaries) trade at 10x-15x revenue multiples.</a:t>
            </a:r>
          </a:p>
          <a:p>
            <a:pPr/>
            <a:r>
              <a:t>The Goal: Build the definitive 'Predictive Innovation Intent' dataset and position for a strategic acquisition within 3–5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Fund Our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Dilemma: We need capital to run the AI, but VCs want to see paying users. Users want a functioning product before paying.</a:t>
            </a:r>
          </a:p>
          <a:p>
            <a:pPr/>
            <a:r>
              <a:t>Step 1: Non-Dilutive Capital (Now). Leverage university ecosystems and tech grants to cover our API/server costs for 6–12 months.</a:t>
            </a:r>
          </a:p>
          <a:p>
            <a:pPr/>
            <a:r>
              <a:t>Step 2: Scrappy Traction (Next). Secure our first 15-20 paying users to prove product-market fit.</a:t>
            </a:r>
          </a:p>
          <a:p>
            <a:pPr/>
            <a:r>
              <a:t>Step 3: Venture Capital (Soon). Use that initial revenue to pitch Y Combinator and early-stage funds from a position of power.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Immediate Goal: Secure the Runway (Weeks 1-3)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Activate / Google Cloud for Startups: Apply using university credentials to secure up to $100k in compute credits.</a:t>
            </a:r>
          </a:p>
          <a:p>
            <a:pPr/>
            <a:r>
              <a:t>OpenAI/Anthropic Startup Programs: Apply for API credits to cover embedding and report-generation costs.</a:t>
            </a:r>
          </a:p>
          <a:p>
            <a:pPr/>
            <a:r>
              <a:t>Skandalaris Venture Competition: Draft the executive summary and pitch our live MVP for up to $25k in non-dilutive capital.</a:t>
            </a:r>
          </a:p>
          <a:p>
            <a:pPr/>
            <a:r>
              <a:t>WashU LEAP Inventor Challenge: Position our platform as a tool to accelerate academic IP to market for a $50k grant opportunity.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Our First 15 Customers (Months 1-3)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MRR: $1,500</a:t>
            </a:r>
          </a:p>
          <a:p>
            <a:pPr/>
            <a:r>
              <a:t>1. Sourcing: Monitor NIH RePORTER for newly awarded grants in our core domains (Oncology, Cardiology, etc.).</a:t>
            </a:r>
          </a:p>
          <a:p>
            <a:pPr/>
            <a:r>
              <a:t>2. The 'Give-First' Email: Offer a custom-generated Market Access &amp; FDA pathway brief specifically for their newly funded project.</a:t>
            </a:r>
          </a:p>
          <a:p>
            <a:pPr/>
            <a:r>
              <a:t>3. The Demo: Run their innovation through the platform live on a 15-minute Zoom call to show the AI catching regulatory edge cases.</a:t>
            </a:r>
          </a:p>
          <a:p>
            <a:pPr/>
            <a:r>
              <a:t>4. The Frictionless Close: Convert them at $89/month. This falls under discretionary spending for lab P-cards.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Moving Upmarket &amp; Y Combinator (Months 4-12)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MRR: $15k - $30k+</a:t>
            </a:r>
          </a:p>
          <a:p>
            <a:pPr/>
            <a:r>
              <a:t>Y Combinator: With 15+ paying users, apply to YC's Bio/Health track to secure $500k and build engineering capacity.</a:t>
            </a:r>
          </a:p>
          <a:p>
            <a:pPr/>
            <a:r>
              <a:t>University Tech Transfer Offices (TTOs): Pitch institutional site licenses ($1,500/month) to save them hours vetting invention disclosures.</a:t>
            </a:r>
          </a:p>
          <a:p>
            <a:pPr/>
            <a:r>
              <a:t>Mid-Sized Biotech: Target early-stage commercial biotech companies looking to optimize their trial sites and regulatory pathways.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Becoming the Industry Standard (Year 2+)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MRR: $100k - $250k+</a:t>
            </a:r>
          </a:p>
          <a:p>
            <a:pPr/>
            <a:r>
              <a:t>Raise Series A ($3M - $5M): Scale our enterprise sales team and expand the database internationally (EMA, PMDA).</a:t>
            </a:r>
          </a:p>
          <a:p>
            <a:pPr/>
            <a:r>
              <a:t>Pharma BD Subscriptions: License our aggregate data to Big Pharma. Show them what top researchers are building before it hits the market.</a:t>
            </a:r>
          </a:p>
          <a:p>
            <a:pPr/>
            <a:r>
              <a:t>Continuous Engagement: Roll out live surveillance RSS alerts so users stay subscribed for competitive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Balanced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Isaac’s Focus (Product &amp; Engineering):</a:t>
            </a:r>
          </a:p>
          <a:p>
            <a:pPr/>
            <a:r>
              <a:t>- Maintain and scale the PostgreSQL/vector architecture.</a:t>
            </a:r>
          </a:p>
          <a:p>
            <a:pPr/>
            <a:r>
              <a:t>- Expand the dataset past 100,000 signals.</a:t>
            </a:r>
          </a:p>
          <a:p>
            <a:pPr/>
            <a:r>
              <a:t>- Ensure 99.9% uptime and preserve the 45-second latency.</a:t>
            </a:r>
          </a:p>
          <a:p>
            <a:pPr/>
            <a:r>
              <a:t>Your Focus (Revenue &amp; Growth):</a:t>
            </a:r>
          </a:p>
          <a:p>
            <a:pPr/>
            <a:r>
              <a:t>- Execute the micro-grant strategy in Week 1.</a:t>
            </a:r>
          </a:p>
          <a:p>
            <a:pPr/>
            <a:r>
              <a:t>- Run the 4-step acquisition playbook to secure our first paying cohort.</a:t>
            </a:r>
          </a:p>
          <a:p>
            <a:pPr/>
            <a:r>
              <a:t>- Navigate institutional sales and investor pitching (Y Combinator).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